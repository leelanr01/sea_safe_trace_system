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Times New Roman Bold" charset="1" panose="020208030705050203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0.jpe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1103" y="-1075241"/>
            <a:ext cx="18947530" cy="12608720"/>
          </a:xfrm>
          <a:custGeom>
            <a:avLst/>
            <a:gdLst/>
            <a:ahLst/>
            <a:cxnLst/>
            <a:rect r="r" b="b" t="t" l="l"/>
            <a:pathLst>
              <a:path h="12608720" w="18947530">
                <a:moveTo>
                  <a:pt x="0" y="0"/>
                </a:moveTo>
                <a:lnTo>
                  <a:pt x="18947531" y="0"/>
                </a:lnTo>
                <a:lnTo>
                  <a:pt x="18947531" y="12608720"/>
                </a:lnTo>
                <a:lnTo>
                  <a:pt x="0" y="12608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52412" y="-230491"/>
            <a:ext cx="18781234" cy="10517491"/>
          </a:xfrm>
          <a:custGeom>
            <a:avLst/>
            <a:gdLst/>
            <a:ahLst/>
            <a:cxnLst/>
            <a:rect r="r" b="b" t="t" l="l"/>
            <a:pathLst>
              <a:path h="10517491" w="18781234">
                <a:moveTo>
                  <a:pt x="0" y="0"/>
                </a:moveTo>
                <a:lnTo>
                  <a:pt x="18781233" y="0"/>
                </a:lnTo>
                <a:lnTo>
                  <a:pt x="18781233" y="10517491"/>
                </a:lnTo>
                <a:lnTo>
                  <a:pt x="0" y="105174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7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3954410" y="1813845"/>
            <a:ext cx="3189566" cy="2337392"/>
          </a:xfrm>
          <a:custGeom>
            <a:avLst/>
            <a:gdLst/>
            <a:ahLst/>
            <a:cxnLst/>
            <a:rect r="r" b="b" t="t" l="l"/>
            <a:pathLst>
              <a:path h="2337392" w="3189566">
                <a:moveTo>
                  <a:pt x="3189566" y="0"/>
                </a:moveTo>
                <a:lnTo>
                  <a:pt x="0" y="0"/>
                </a:lnTo>
                <a:lnTo>
                  <a:pt x="0" y="2337391"/>
                </a:lnTo>
                <a:lnTo>
                  <a:pt x="3189566" y="2337391"/>
                </a:lnTo>
                <a:lnTo>
                  <a:pt x="3189566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648805">
            <a:off x="9337069" y="938497"/>
            <a:ext cx="1331198" cy="1331198"/>
          </a:xfrm>
          <a:custGeom>
            <a:avLst/>
            <a:gdLst/>
            <a:ahLst/>
            <a:cxnLst/>
            <a:rect r="r" b="b" t="t" l="l"/>
            <a:pathLst>
              <a:path h="1331198" w="1331198">
                <a:moveTo>
                  <a:pt x="0" y="0"/>
                </a:moveTo>
                <a:lnTo>
                  <a:pt x="1331198" y="0"/>
                </a:lnTo>
                <a:lnTo>
                  <a:pt x="1331198" y="1331198"/>
                </a:lnTo>
                <a:lnTo>
                  <a:pt x="0" y="13311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770441">
            <a:off x="8323482" y="1531575"/>
            <a:ext cx="1024411" cy="1024411"/>
          </a:xfrm>
          <a:custGeom>
            <a:avLst/>
            <a:gdLst/>
            <a:ahLst/>
            <a:cxnLst/>
            <a:rect r="r" b="b" t="t" l="l"/>
            <a:pathLst>
              <a:path h="1024411" w="1024411">
                <a:moveTo>
                  <a:pt x="0" y="0"/>
                </a:moveTo>
                <a:lnTo>
                  <a:pt x="1024411" y="0"/>
                </a:lnTo>
                <a:lnTo>
                  <a:pt x="1024411" y="1024410"/>
                </a:lnTo>
                <a:lnTo>
                  <a:pt x="0" y="1024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770441">
            <a:off x="7342407" y="2012276"/>
            <a:ext cx="1024411" cy="1024411"/>
          </a:xfrm>
          <a:custGeom>
            <a:avLst/>
            <a:gdLst/>
            <a:ahLst/>
            <a:cxnLst/>
            <a:rect r="r" b="b" t="t" l="l"/>
            <a:pathLst>
              <a:path h="1024411" w="1024411">
                <a:moveTo>
                  <a:pt x="0" y="0"/>
                </a:moveTo>
                <a:lnTo>
                  <a:pt x="1024411" y="0"/>
                </a:lnTo>
                <a:lnTo>
                  <a:pt x="1024411" y="1024410"/>
                </a:lnTo>
                <a:lnTo>
                  <a:pt x="0" y="1024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020800" y="2754416"/>
            <a:ext cx="1578728" cy="866865"/>
          </a:xfrm>
          <a:custGeom>
            <a:avLst/>
            <a:gdLst/>
            <a:ahLst/>
            <a:cxnLst/>
            <a:rect r="r" b="b" t="t" l="l"/>
            <a:pathLst>
              <a:path h="866865" w="1578728">
                <a:moveTo>
                  <a:pt x="0" y="0"/>
                </a:moveTo>
                <a:lnTo>
                  <a:pt x="1578728" y="0"/>
                </a:lnTo>
                <a:lnTo>
                  <a:pt x="1578728" y="866866"/>
                </a:lnTo>
                <a:lnTo>
                  <a:pt x="0" y="8668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94572" y="971550"/>
            <a:ext cx="5792220" cy="5792220"/>
          </a:xfrm>
          <a:custGeom>
            <a:avLst/>
            <a:gdLst/>
            <a:ahLst/>
            <a:cxnLst/>
            <a:rect r="r" b="b" t="t" l="l"/>
            <a:pathLst>
              <a:path h="5792220" w="5792220">
                <a:moveTo>
                  <a:pt x="0" y="0"/>
                </a:moveTo>
                <a:lnTo>
                  <a:pt x="5792220" y="0"/>
                </a:lnTo>
                <a:lnTo>
                  <a:pt x="5792220" y="5792220"/>
                </a:lnTo>
                <a:lnTo>
                  <a:pt x="0" y="57922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53699" y="1935568"/>
            <a:ext cx="1895985" cy="1882172"/>
          </a:xfrm>
          <a:custGeom>
            <a:avLst/>
            <a:gdLst/>
            <a:ahLst/>
            <a:cxnLst/>
            <a:rect r="r" b="b" t="t" l="l"/>
            <a:pathLst>
              <a:path h="1882172" w="1895985">
                <a:moveTo>
                  <a:pt x="0" y="0"/>
                </a:moveTo>
                <a:lnTo>
                  <a:pt x="1895985" y="0"/>
                </a:lnTo>
                <a:lnTo>
                  <a:pt x="1895985" y="1882172"/>
                </a:lnTo>
                <a:lnTo>
                  <a:pt x="0" y="18821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2470" t="0" r="-3843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5366956" y="1717585"/>
            <a:ext cx="1823880" cy="2376428"/>
          </a:xfrm>
          <a:custGeom>
            <a:avLst/>
            <a:gdLst/>
            <a:ahLst/>
            <a:cxnLst/>
            <a:rect r="r" b="b" t="t" l="l"/>
            <a:pathLst>
              <a:path h="2376428" w="1823880">
                <a:moveTo>
                  <a:pt x="0" y="0"/>
                </a:moveTo>
                <a:lnTo>
                  <a:pt x="1823881" y="0"/>
                </a:lnTo>
                <a:lnTo>
                  <a:pt x="1823881" y="2376429"/>
                </a:lnTo>
                <a:lnTo>
                  <a:pt x="0" y="2376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13370" t="-30312" r="-179107" b="-26322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6604" y="5752388"/>
            <a:ext cx="1783067" cy="1783067"/>
          </a:xfrm>
          <a:custGeom>
            <a:avLst/>
            <a:gdLst/>
            <a:ahLst/>
            <a:cxnLst/>
            <a:rect r="r" b="b" t="t" l="l"/>
            <a:pathLst>
              <a:path h="1783067" w="1783067">
                <a:moveTo>
                  <a:pt x="0" y="0"/>
                </a:moveTo>
                <a:lnTo>
                  <a:pt x="1783067" y="0"/>
                </a:lnTo>
                <a:lnTo>
                  <a:pt x="1783067" y="1783067"/>
                </a:lnTo>
                <a:lnTo>
                  <a:pt x="0" y="17830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019" y="6920908"/>
            <a:ext cx="2337392" cy="2337392"/>
          </a:xfrm>
          <a:custGeom>
            <a:avLst/>
            <a:gdLst/>
            <a:ahLst/>
            <a:cxnLst/>
            <a:rect r="r" b="b" t="t" l="l"/>
            <a:pathLst>
              <a:path h="2337392" w="2337392">
                <a:moveTo>
                  <a:pt x="0" y="0"/>
                </a:moveTo>
                <a:lnTo>
                  <a:pt x="2337391" y="0"/>
                </a:lnTo>
                <a:lnTo>
                  <a:pt x="2337391" y="2337392"/>
                </a:lnTo>
                <a:lnTo>
                  <a:pt x="0" y="233739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397664" y="4498164"/>
            <a:ext cx="4467470" cy="4467470"/>
          </a:xfrm>
          <a:custGeom>
            <a:avLst/>
            <a:gdLst/>
            <a:ahLst/>
            <a:cxnLst/>
            <a:rect r="r" b="b" t="t" l="l"/>
            <a:pathLst>
              <a:path h="4467470" w="4467470">
                <a:moveTo>
                  <a:pt x="0" y="0"/>
                </a:moveTo>
                <a:lnTo>
                  <a:pt x="4467470" y="0"/>
                </a:lnTo>
                <a:lnTo>
                  <a:pt x="4467470" y="4467471"/>
                </a:lnTo>
                <a:lnTo>
                  <a:pt x="0" y="44674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2501517"/>
            <a:ext cx="2500867" cy="1467199"/>
          </a:xfrm>
          <a:custGeom>
            <a:avLst/>
            <a:gdLst/>
            <a:ahLst/>
            <a:cxnLst/>
            <a:rect r="r" b="b" t="t" l="l"/>
            <a:pathLst>
              <a:path h="1467199" w="2500867">
                <a:moveTo>
                  <a:pt x="0" y="0"/>
                </a:moveTo>
                <a:lnTo>
                  <a:pt x="2500867" y="0"/>
                </a:lnTo>
                <a:lnTo>
                  <a:pt x="2500867" y="1467200"/>
                </a:lnTo>
                <a:lnTo>
                  <a:pt x="0" y="1467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28338" r="0" b="-42113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636604" y="1813845"/>
            <a:ext cx="2337392" cy="2337392"/>
          </a:xfrm>
          <a:custGeom>
            <a:avLst/>
            <a:gdLst/>
            <a:ahLst/>
            <a:cxnLst/>
            <a:rect r="r" b="b" t="t" l="l"/>
            <a:pathLst>
              <a:path h="2337392" w="2337392">
                <a:moveTo>
                  <a:pt x="2337391" y="0"/>
                </a:moveTo>
                <a:lnTo>
                  <a:pt x="0" y="0"/>
                </a:lnTo>
                <a:lnTo>
                  <a:pt x="0" y="2337391"/>
                </a:lnTo>
                <a:lnTo>
                  <a:pt x="2337391" y="2337391"/>
                </a:lnTo>
                <a:lnTo>
                  <a:pt x="2337391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753699" y="7121736"/>
            <a:ext cx="5426103" cy="2969558"/>
          </a:xfrm>
          <a:custGeom>
            <a:avLst/>
            <a:gdLst/>
            <a:ahLst/>
            <a:cxnLst/>
            <a:rect r="r" b="b" t="t" l="l"/>
            <a:pathLst>
              <a:path h="2969558" w="5426103">
                <a:moveTo>
                  <a:pt x="0" y="0"/>
                </a:moveTo>
                <a:lnTo>
                  <a:pt x="5426103" y="0"/>
                </a:lnTo>
                <a:lnTo>
                  <a:pt x="5426103" y="2969558"/>
                </a:lnTo>
                <a:lnTo>
                  <a:pt x="0" y="296955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951684" y="7306406"/>
            <a:ext cx="586031" cy="586031"/>
          </a:xfrm>
          <a:custGeom>
            <a:avLst/>
            <a:gdLst/>
            <a:ahLst/>
            <a:cxnLst/>
            <a:rect r="r" b="b" t="t" l="l"/>
            <a:pathLst>
              <a:path h="586031" w="586031">
                <a:moveTo>
                  <a:pt x="0" y="0"/>
                </a:moveTo>
                <a:lnTo>
                  <a:pt x="586031" y="0"/>
                </a:lnTo>
                <a:lnTo>
                  <a:pt x="586031" y="586031"/>
                </a:lnTo>
                <a:lnTo>
                  <a:pt x="0" y="58603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848267" y="2754416"/>
            <a:ext cx="758742" cy="758742"/>
          </a:xfrm>
          <a:custGeom>
            <a:avLst/>
            <a:gdLst/>
            <a:ahLst/>
            <a:cxnLst/>
            <a:rect r="r" b="b" t="t" l="l"/>
            <a:pathLst>
              <a:path h="758742" w="758742">
                <a:moveTo>
                  <a:pt x="0" y="0"/>
                </a:moveTo>
                <a:lnTo>
                  <a:pt x="758743" y="0"/>
                </a:lnTo>
                <a:lnTo>
                  <a:pt x="758743" y="758742"/>
                </a:lnTo>
                <a:lnTo>
                  <a:pt x="0" y="75874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48152" y="1704022"/>
            <a:ext cx="758742" cy="758742"/>
          </a:xfrm>
          <a:custGeom>
            <a:avLst/>
            <a:gdLst/>
            <a:ahLst/>
            <a:cxnLst/>
            <a:rect r="r" b="b" t="t" l="l"/>
            <a:pathLst>
              <a:path h="758742" w="758742">
                <a:moveTo>
                  <a:pt x="0" y="0"/>
                </a:moveTo>
                <a:lnTo>
                  <a:pt x="758742" y="0"/>
                </a:lnTo>
                <a:lnTo>
                  <a:pt x="758742" y="758742"/>
                </a:lnTo>
                <a:lnTo>
                  <a:pt x="0" y="75874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180367" y="5895886"/>
            <a:ext cx="758742" cy="758742"/>
          </a:xfrm>
          <a:custGeom>
            <a:avLst/>
            <a:gdLst/>
            <a:ahLst/>
            <a:cxnLst/>
            <a:rect r="r" b="b" t="t" l="l"/>
            <a:pathLst>
              <a:path h="758742" w="758742">
                <a:moveTo>
                  <a:pt x="0" y="0"/>
                </a:moveTo>
                <a:lnTo>
                  <a:pt x="758742" y="0"/>
                </a:lnTo>
                <a:lnTo>
                  <a:pt x="758742" y="758743"/>
                </a:lnTo>
                <a:lnTo>
                  <a:pt x="0" y="7587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931809" y="5739257"/>
            <a:ext cx="3227023" cy="1766062"/>
          </a:xfrm>
          <a:custGeom>
            <a:avLst/>
            <a:gdLst/>
            <a:ahLst/>
            <a:cxnLst/>
            <a:rect r="r" b="b" t="t" l="l"/>
            <a:pathLst>
              <a:path h="1766062" w="3227023">
                <a:moveTo>
                  <a:pt x="0" y="0"/>
                </a:moveTo>
                <a:lnTo>
                  <a:pt x="3227023" y="0"/>
                </a:lnTo>
                <a:lnTo>
                  <a:pt x="3227023" y="1766062"/>
                </a:lnTo>
                <a:lnTo>
                  <a:pt x="0" y="176606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90446">
            <a:off x="8849165" y="4811111"/>
            <a:ext cx="684663" cy="958966"/>
          </a:xfrm>
          <a:custGeom>
            <a:avLst/>
            <a:gdLst/>
            <a:ahLst/>
            <a:cxnLst/>
            <a:rect r="r" b="b" t="t" l="l"/>
            <a:pathLst>
              <a:path h="958966" w="684663">
                <a:moveTo>
                  <a:pt x="0" y="0"/>
                </a:moveTo>
                <a:lnTo>
                  <a:pt x="684663" y="0"/>
                </a:lnTo>
                <a:lnTo>
                  <a:pt x="684663" y="958966"/>
                </a:lnTo>
                <a:lnTo>
                  <a:pt x="0" y="9589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-40063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908020" y="8512881"/>
            <a:ext cx="758742" cy="758742"/>
          </a:xfrm>
          <a:custGeom>
            <a:avLst/>
            <a:gdLst/>
            <a:ahLst/>
            <a:cxnLst/>
            <a:rect r="r" b="b" t="t" l="l"/>
            <a:pathLst>
              <a:path h="758742" w="758742">
                <a:moveTo>
                  <a:pt x="0" y="0"/>
                </a:moveTo>
                <a:lnTo>
                  <a:pt x="758742" y="0"/>
                </a:lnTo>
                <a:lnTo>
                  <a:pt x="758742" y="758742"/>
                </a:lnTo>
                <a:lnTo>
                  <a:pt x="0" y="75874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400000">
            <a:off x="9180854" y="5083597"/>
            <a:ext cx="684663" cy="958966"/>
          </a:xfrm>
          <a:custGeom>
            <a:avLst/>
            <a:gdLst/>
            <a:ahLst/>
            <a:cxnLst/>
            <a:rect r="r" b="b" t="t" l="l"/>
            <a:pathLst>
              <a:path h="958966" w="684663">
                <a:moveTo>
                  <a:pt x="0" y="0"/>
                </a:moveTo>
                <a:lnTo>
                  <a:pt x="684662" y="0"/>
                </a:lnTo>
                <a:lnTo>
                  <a:pt x="684662" y="958966"/>
                </a:lnTo>
                <a:lnTo>
                  <a:pt x="0" y="9589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-40063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90446">
            <a:off x="11540018" y="4843934"/>
            <a:ext cx="684663" cy="958966"/>
          </a:xfrm>
          <a:custGeom>
            <a:avLst/>
            <a:gdLst/>
            <a:ahLst/>
            <a:cxnLst/>
            <a:rect r="r" b="b" t="t" l="l"/>
            <a:pathLst>
              <a:path h="958966" w="684663">
                <a:moveTo>
                  <a:pt x="0" y="0"/>
                </a:moveTo>
                <a:lnTo>
                  <a:pt x="684663" y="0"/>
                </a:lnTo>
                <a:lnTo>
                  <a:pt x="684663" y="958966"/>
                </a:lnTo>
                <a:lnTo>
                  <a:pt x="0" y="9589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-40063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5400000">
            <a:off x="1274687" y="4013280"/>
            <a:ext cx="684663" cy="958966"/>
          </a:xfrm>
          <a:custGeom>
            <a:avLst/>
            <a:gdLst/>
            <a:ahLst/>
            <a:cxnLst/>
            <a:rect r="r" b="b" t="t" l="l"/>
            <a:pathLst>
              <a:path h="958966" w="684663">
                <a:moveTo>
                  <a:pt x="0" y="0"/>
                </a:moveTo>
                <a:lnTo>
                  <a:pt x="684663" y="0"/>
                </a:lnTo>
                <a:lnTo>
                  <a:pt x="684663" y="958965"/>
                </a:lnTo>
                <a:lnTo>
                  <a:pt x="0" y="95896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-40063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5400000">
            <a:off x="11192065" y="5102647"/>
            <a:ext cx="684663" cy="958966"/>
          </a:xfrm>
          <a:custGeom>
            <a:avLst/>
            <a:gdLst/>
            <a:ahLst/>
            <a:cxnLst/>
            <a:rect r="r" b="b" t="t" l="l"/>
            <a:pathLst>
              <a:path h="958966" w="684663">
                <a:moveTo>
                  <a:pt x="0" y="0"/>
                </a:moveTo>
                <a:lnTo>
                  <a:pt x="684662" y="0"/>
                </a:lnTo>
                <a:lnTo>
                  <a:pt x="684662" y="958966"/>
                </a:lnTo>
                <a:lnTo>
                  <a:pt x="0" y="9589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-40063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687024" y="4215735"/>
            <a:ext cx="1870323" cy="1870323"/>
          </a:xfrm>
          <a:custGeom>
            <a:avLst/>
            <a:gdLst/>
            <a:ahLst/>
            <a:cxnLst/>
            <a:rect r="r" b="b" t="t" l="l"/>
            <a:pathLst>
              <a:path h="1870323" w="1870323">
                <a:moveTo>
                  <a:pt x="0" y="0"/>
                </a:moveTo>
                <a:lnTo>
                  <a:pt x="1870323" y="0"/>
                </a:lnTo>
                <a:lnTo>
                  <a:pt x="1870323" y="1870323"/>
                </a:lnTo>
                <a:lnTo>
                  <a:pt x="0" y="187032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421494" y="4286098"/>
            <a:ext cx="1714804" cy="1714804"/>
          </a:xfrm>
          <a:custGeom>
            <a:avLst/>
            <a:gdLst/>
            <a:ahLst/>
            <a:cxnLst/>
            <a:rect r="r" b="b" t="t" l="l"/>
            <a:pathLst>
              <a:path h="1714804" w="1714804">
                <a:moveTo>
                  <a:pt x="0" y="0"/>
                </a:moveTo>
                <a:lnTo>
                  <a:pt x="1714805" y="0"/>
                </a:lnTo>
                <a:lnTo>
                  <a:pt x="1714805" y="1714804"/>
                </a:lnTo>
                <a:lnTo>
                  <a:pt x="0" y="171480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020800" y="7535455"/>
            <a:ext cx="1338645" cy="1338645"/>
          </a:xfrm>
          <a:custGeom>
            <a:avLst/>
            <a:gdLst/>
            <a:ahLst/>
            <a:cxnLst/>
            <a:rect r="r" b="b" t="t" l="l"/>
            <a:pathLst>
              <a:path h="1338645" w="1338645">
                <a:moveTo>
                  <a:pt x="0" y="0"/>
                </a:moveTo>
                <a:lnTo>
                  <a:pt x="1338645" y="0"/>
                </a:lnTo>
                <a:lnTo>
                  <a:pt x="1338645" y="1338645"/>
                </a:lnTo>
                <a:lnTo>
                  <a:pt x="0" y="133864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985401" y="7535455"/>
            <a:ext cx="1287567" cy="1287567"/>
          </a:xfrm>
          <a:custGeom>
            <a:avLst/>
            <a:gdLst/>
            <a:ahLst/>
            <a:cxnLst/>
            <a:rect r="r" b="b" t="t" l="l"/>
            <a:pathLst>
              <a:path h="1287567" w="1287567">
                <a:moveTo>
                  <a:pt x="0" y="0"/>
                </a:moveTo>
                <a:lnTo>
                  <a:pt x="1287567" y="0"/>
                </a:lnTo>
                <a:lnTo>
                  <a:pt x="1287567" y="1287567"/>
                </a:lnTo>
                <a:lnTo>
                  <a:pt x="0" y="128756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955778" y="6000902"/>
            <a:ext cx="1504417" cy="1504417"/>
          </a:xfrm>
          <a:custGeom>
            <a:avLst/>
            <a:gdLst/>
            <a:ahLst/>
            <a:cxnLst/>
            <a:rect r="r" b="b" t="t" l="l"/>
            <a:pathLst>
              <a:path h="1504417" w="1504417">
                <a:moveTo>
                  <a:pt x="0" y="0"/>
                </a:moveTo>
                <a:lnTo>
                  <a:pt x="1504417" y="0"/>
                </a:lnTo>
                <a:lnTo>
                  <a:pt x="1504417" y="1504417"/>
                </a:lnTo>
                <a:lnTo>
                  <a:pt x="0" y="150441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false" rot="0">
            <a:off x="8986334" y="6000902"/>
            <a:ext cx="1278778" cy="1278778"/>
          </a:xfrm>
          <a:custGeom>
            <a:avLst/>
            <a:gdLst/>
            <a:ahLst/>
            <a:cxnLst/>
            <a:rect r="r" b="b" t="t" l="l"/>
            <a:pathLst>
              <a:path h="1278778" w="1278778">
                <a:moveTo>
                  <a:pt x="1278778" y="0"/>
                </a:moveTo>
                <a:lnTo>
                  <a:pt x="0" y="0"/>
                </a:lnTo>
                <a:lnTo>
                  <a:pt x="0" y="1278778"/>
                </a:lnTo>
                <a:lnTo>
                  <a:pt x="1278778" y="1278778"/>
                </a:lnTo>
                <a:lnTo>
                  <a:pt x="1278778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807353" y="6027628"/>
            <a:ext cx="1278778" cy="1278778"/>
          </a:xfrm>
          <a:custGeom>
            <a:avLst/>
            <a:gdLst/>
            <a:ahLst/>
            <a:cxnLst/>
            <a:rect r="r" b="b" t="t" l="l"/>
            <a:pathLst>
              <a:path h="1278778" w="1278778">
                <a:moveTo>
                  <a:pt x="0" y="0"/>
                </a:moveTo>
                <a:lnTo>
                  <a:pt x="1278778" y="0"/>
                </a:lnTo>
                <a:lnTo>
                  <a:pt x="1278778" y="1278778"/>
                </a:lnTo>
                <a:lnTo>
                  <a:pt x="0" y="127877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5400000">
            <a:off x="10233099" y="7267790"/>
            <a:ext cx="684663" cy="958966"/>
          </a:xfrm>
          <a:custGeom>
            <a:avLst/>
            <a:gdLst/>
            <a:ahLst/>
            <a:cxnLst/>
            <a:rect r="r" b="b" t="t" l="l"/>
            <a:pathLst>
              <a:path h="958966" w="684663">
                <a:moveTo>
                  <a:pt x="0" y="0"/>
                </a:moveTo>
                <a:lnTo>
                  <a:pt x="684662" y="0"/>
                </a:lnTo>
                <a:lnTo>
                  <a:pt x="684662" y="958966"/>
                </a:lnTo>
                <a:lnTo>
                  <a:pt x="0" y="9589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-40063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5400000">
            <a:off x="10233099" y="7784701"/>
            <a:ext cx="684663" cy="958966"/>
          </a:xfrm>
          <a:custGeom>
            <a:avLst/>
            <a:gdLst/>
            <a:ahLst/>
            <a:cxnLst/>
            <a:rect r="r" b="b" t="t" l="l"/>
            <a:pathLst>
              <a:path h="958966" w="684663">
                <a:moveTo>
                  <a:pt x="0" y="0"/>
                </a:moveTo>
                <a:lnTo>
                  <a:pt x="684662" y="0"/>
                </a:lnTo>
                <a:lnTo>
                  <a:pt x="684662" y="958966"/>
                </a:lnTo>
                <a:lnTo>
                  <a:pt x="0" y="9589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-40063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5400000">
            <a:off x="10233099" y="8107910"/>
            <a:ext cx="684663" cy="958966"/>
          </a:xfrm>
          <a:custGeom>
            <a:avLst/>
            <a:gdLst/>
            <a:ahLst/>
            <a:cxnLst/>
            <a:rect r="r" b="b" t="t" l="l"/>
            <a:pathLst>
              <a:path h="958966" w="684663">
                <a:moveTo>
                  <a:pt x="0" y="0"/>
                </a:moveTo>
                <a:lnTo>
                  <a:pt x="684662" y="0"/>
                </a:lnTo>
                <a:lnTo>
                  <a:pt x="684662" y="958966"/>
                </a:lnTo>
                <a:lnTo>
                  <a:pt x="0" y="9589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-40063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90446">
            <a:off x="10572629" y="8393719"/>
            <a:ext cx="684663" cy="958966"/>
          </a:xfrm>
          <a:custGeom>
            <a:avLst/>
            <a:gdLst/>
            <a:ahLst/>
            <a:cxnLst/>
            <a:rect r="r" b="b" t="t" l="l"/>
            <a:pathLst>
              <a:path h="958966" w="684663">
                <a:moveTo>
                  <a:pt x="0" y="0"/>
                </a:moveTo>
                <a:lnTo>
                  <a:pt x="684663" y="0"/>
                </a:lnTo>
                <a:lnTo>
                  <a:pt x="684663" y="958966"/>
                </a:lnTo>
                <a:lnTo>
                  <a:pt x="0" y="9589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-40063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90446">
            <a:off x="11231124" y="8403244"/>
            <a:ext cx="684663" cy="958966"/>
          </a:xfrm>
          <a:custGeom>
            <a:avLst/>
            <a:gdLst/>
            <a:ahLst/>
            <a:cxnLst/>
            <a:rect r="r" b="b" t="t" l="l"/>
            <a:pathLst>
              <a:path h="958966" w="684663">
                <a:moveTo>
                  <a:pt x="0" y="0"/>
                </a:moveTo>
                <a:lnTo>
                  <a:pt x="684663" y="0"/>
                </a:lnTo>
                <a:lnTo>
                  <a:pt x="684663" y="958966"/>
                </a:lnTo>
                <a:lnTo>
                  <a:pt x="0" y="9589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-40063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0095947" y="6236960"/>
            <a:ext cx="860113" cy="860113"/>
          </a:xfrm>
          <a:custGeom>
            <a:avLst/>
            <a:gdLst/>
            <a:ahLst/>
            <a:cxnLst/>
            <a:rect r="r" b="b" t="t" l="l"/>
            <a:pathLst>
              <a:path h="860113" w="860113">
                <a:moveTo>
                  <a:pt x="0" y="0"/>
                </a:moveTo>
                <a:lnTo>
                  <a:pt x="860113" y="0"/>
                </a:lnTo>
                <a:lnTo>
                  <a:pt x="860113" y="860113"/>
                </a:lnTo>
                <a:lnTo>
                  <a:pt x="0" y="86011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6278896" y="8079286"/>
            <a:ext cx="1487472" cy="1487472"/>
          </a:xfrm>
          <a:custGeom>
            <a:avLst/>
            <a:gdLst/>
            <a:ahLst/>
            <a:cxnLst/>
            <a:rect r="r" b="b" t="t" l="l"/>
            <a:pathLst>
              <a:path h="1487472" w="1487472">
                <a:moveTo>
                  <a:pt x="0" y="0"/>
                </a:moveTo>
                <a:lnTo>
                  <a:pt x="1487472" y="0"/>
                </a:lnTo>
                <a:lnTo>
                  <a:pt x="1487472" y="1487471"/>
                </a:lnTo>
                <a:lnTo>
                  <a:pt x="0" y="14874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3537070" y="7256839"/>
            <a:ext cx="4564459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4355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ALERT TO SHIP PORT</a:t>
            </a:r>
          </a:p>
        </p:txBody>
      </p:sp>
      <p:sp>
        <p:nvSpPr>
          <p:cNvPr name="Freeform 44" id="44"/>
          <p:cNvSpPr/>
          <p:nvPr/>
        </p:nvSpPr>
        <p:spPr>
          <a:xfrm flipH="true" flipV="false" rot="0">
            <a:off x="12666762" y="7796939"/>
            <a:ext cx="2337392" cy="2337392"/>
          </a:xfrm>
          <a:custGeom>
            <a:avLst/>
            <a:gdLst/>
            <a:ahLst/>
            <a:cxnLst/>
            <a:rect r="r" b="b" t="t" l="l"/>
            <a:pathLst>
              <a:path h="2337392" w="2337392">
                <a:moveTo>
                  <a:pt x="2337392" y="0"/>
                </a:moveTo>
                <a:lnTo>
                  <a:pt x="0" y="0"/>
                </a:lnTo>
                <a:lnTo>
                  <a:pt x="0" y="2337392"/>
                </a:lnTo>
                <a:lnTo>
                  <a:pt x="2337392" y="2337392"/>
                </a:lnTo>
                <a:lnTo>
                  <a:pt x="2337392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4714542" y="7767206"/>
            <a:ext cx="1504417" cy="1504417"/>
          </a:xfrm>
          <a:custGeom>
            <a:avLst/>
            <a:gdLst/>
            <a:ahLst/>
            <a:cxnLst/>
            <a:rect r="r" b="b" t="t" l="l"/>
            <a:pathLst>
              <a:path h="1504417" w="1504417">
                <a:moveTo>
                  <a:pt x="0" y="0"/>
                </a:moveTo>
                <a:lnTo>
                  <a:pt x="1504417" y="0"/>
                </a:lnTo>
                <a:lnTo>
                  <a:pt x="1504417" y="1504417"/>
                </a:lnTo>
                <a:lnTo>
                  <a:pt x="0" y="150441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2580690" y="1064969"/>
            <a:ext cx="5205512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4355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SAR IMAGE DEDECTION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450106" y="4627111"/>
            <a:ext cx="4478532" cy="66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b="true" sz="3697">
                <a:solidFill>
                  <a:srgbClr val="04355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AIS  INFORMATION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008348" y="5538003"/>
            <a:ext cx="3202484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4355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THROUGH GPS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271730" y="2288237"/>
            <a:ext cx="1684330" cy="41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8"/>
              </a:lnSpc>
              <a:spcBef>
                <a:spcPct val="0"/>
              </a:spcBef>
            </a:pPr>
            <a:r>
              <a:rPr lang="en-US" b="true" sz="2370">
                <a:solidFill>
                  <a:srgbClr val="04355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SATELLITE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89918" y="885825"/>
            <a:ext cx="1007765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4355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SHIP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7999" y="5065171"/>
            <a:ext cx="3314601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4355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GPS TRACKING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521708" y="814355"/>
            <a:ext cx="4054971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4355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SHIP SPILLING OIL</a:t>
            </a:r>
          </a:p>
        </p:txBody>
      </p:sp>
      <p:sp>
        <p:nvSpPr>
          <p:cNvPr name="TextBox 53" id="53"/>
          <p:cNvSpPr txBox="true"/>
          <p:nvPr/>
        </p:nvSpPr>
        <p:spPr>
          <a:xfrm rot="-1766691">
            <a:off x="7499771" y="2814869"/>
            <a:ext cx="1803334" cy="64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0"/>
              </a:lnSpc>
              <a:spcBef>
                <a:spcPct val="0"/>
              </a:spcBef>
            </a:pPr>
            <a:r>
              <a:rPr lang="en-US" b="true" sz="1779">
                <a:solidFill>
                  <a:srgbClr val="FC16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COLLECTS DATA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658071" y="6481125"/>
            <a:ext cx="1803334" cy="64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0"/>
              </a:lnSpc>
              <a:spcBef>
                <a:spcPct val="0"/>
              </a:spcBef>
            </a:pPr>
            <a:r>
              <a:rPr lang="en-US" b="true" sz="1779">
                <a:solidFill>
                  <a:srgbClr val="FC16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COLLECTS DATA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422289" y="5135024"/>
            <a:ext cx="246063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EFBF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+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143976" y="-73087"/>
            <a:ext cx="2842419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DAHCltqYEIY</dc:identifier>
  <dcterms:modified xsi:type="dcterms:W3CDTF">2011-08-01T06:04:30Z</dcterms:modified>
  <cp:revision>1</cp:revision>
  <dc:title>SEA SAFE TRACE</dc:title>
</cp:coreProperties>
</file>